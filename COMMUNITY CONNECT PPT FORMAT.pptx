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7" r:id="rId5"/>
    <p:sldId id="270" r:id="rId6"/>
    <p:sldId id="271" r:id="rId7"/>
    <p:sldId id="272" r:id="rId8"/>
    <p:sldId id="273" r:id="rId9"/>
    <p:sldId id="274" r:id="rId10"/>
    <p:sldId id="275" r:id="rId11"/>
    <p:sldId id="261" r:id="rId12"/>
    <p:sldId id="276" r:id="rId13"/>
    <p:sldId id="277" r:id="rId14"/>
    <p:sldId id="262" r:id="rId15"/>
    <p:sldId id="280" r:id="rId16"/>
    <p:sldId id="279" r:id="rId17"/>
    <p:sldId id="281" r:id="rId18"/>
    <p:sldId id="263" r:id="rId19"/>
    <p:sldId id="282" r:id="rId20"/>
    <p:sldId id="283" r:id="rId21"/>
    <p:sldId id="265" r:id="rId22"/>
    <p:sldId id="266" r:id="rId23"/>
  </p:sldIdLst>
  <p:sldSz cx="12192000" cy="6858000"/>
  <p:notesSz cx="6858000" cy="9144000"/>
  <p:embeddedFontLst>
    <p:embeddedFont>
      <p:font typeface="Algerian" panose="04020705040A02060702" pitchFamily="82" charset="0"/>
      <p:regular r:id="rId25"/>
    </p:embeddedFont>
    <p:embeddedFont>
      <p:font typeface="Bernard MT Condensed" panose="02050806060905020404" pitchFamily="18" charset="0"/>
      <p:regular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MciXc0RXhm920n87S8O1+b+tX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01" autoAdjust="0"/>
  </p:normalViewPr>
  <p:slideViewPr>
    <p:cSldViewPr snapToGrid="0">
      <p:cViewPr varScale="1">
        <p:scale>
          <a:sx n="139" d="100"/>
          <a:sy n="139" d="100"/>
        </p:scale>
        <p:origin x="478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B372480-1BA6-DC10-D58B-6F8F4936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A897EAF-EA45-EADC-ED80-C23CED76A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528FEABD-8F83-9030-20A4-231ABFE86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75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85BE5AAE-9E8A-D1C6-E19B-02007E15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90C47B42-0B55-CB93-BBEE-A72DC3D4A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6A707BB1-F798-2857-52F7-B3DD5E851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55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B016BF2-E187-3AF7-E0D8-9BD7BED1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EC2FF309-557B-0B70-64DA-7A53FF545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7259A401-D514-E44D-B1FC-2F7118F94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484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D95AF80-BDF4-4CBC-3161-77702B8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321DC05-BE10-0D83-2B21-2EFE650BC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AA45C684-866A-F21F-E099-76C74FDF6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64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74C0189-08E1-856E-E44C-5D9B88DF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B2D1EA52-3C57-327D-5F3B-ECA5E9685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A70EBBCC-A272-5A6D-8922-63822F413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24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16D98B6-84B4-BD22-7992-8CC3675F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DF5DB282-7DCE-B17C-4F5B-C6D964487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442365E7-C1F2-B6AE-14ED-8258041CA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87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00BFE9F-53D2-CD86-1618-0AE5BB8D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E955FDCB-B3D7-711D-04A8-E8B60F8A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3D06F32E-0CE7-92CF-2E99-9891E7E04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29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91A9A8F-3993-5BCD-64CB-7F010CA1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0C515D04-3AE8-9958-F67F-3E4BD104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31256340-0DEB-14E9-2499-707BFF71F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83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8909289-9367-3A53-32F0-18A5ABBD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23CCF40E-382D-EABC-9A14-054FD050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DD8DE089-E5FD-8D84-8463-C9508065F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71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D69F7F-814D-545C-942C-A66CC73A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43697A89-AA36-9063-5EB9-6F7AD9F5E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C11F4437-0DC2-2BE3-84E2-D0DD6E36E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41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D8EF96-1012-A719-989D-72876EF1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046F69BB-EE40-F035-74A9-A7DD6FDF9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66F7A210-2E07-57C7-DC2A-DD84BC8F2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063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52B55B-973F-2377-CA7F-9276B7EA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53F1C4EA-F0F7-2E3A-B415-8C03EFC29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495549AE-B399-706A-8B86-7AE9EEF7B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893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D602F8-27C8-E0DC-F4AD-328DE6DE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BEB56FF9-8116-C359-90E0-756830F8A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AB1FE890-B3AD-F791-0FF0-03BAE2E1F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54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AD6CCB7-CEFA-7AB3-9D4C-240347FF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6463A1C5-956C-F0E6-C656-C30933BF0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8F229B12-20B2-1EFF-0BFB-1CDEF3FDB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153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830837" y="2530578"/>
            <a:ext cx="10071536" cy="92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291239" y="4487172"/>
            <a:ext cx="4311918" cy="1322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SREEJITH P A,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No.: RA2411003020328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&amp; Dept : B.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 CSE F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291239" y="549667"/>
            <a:ext cx="879665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sz="2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RAMAPURAM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018003" y="2533788"/>
            <a:ext cx="60070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21GNP301L- COMMUNITY CONNECT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751519" y="4487172"/>
            <a:ext cx="4311918" cy="132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Incharge Details</a:t>
            </a:r>
            <a:endParaRPr b="1" u="sng" dirty="0">
              <a:solidFill>
                <a:srgbClr val="FF0000"/>
              </a:solidFill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Saraswati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</a:t>
            </a:r>
            <a:endParaRPr dirty="0"/>
          </a:p>
        </p:txBody>
      </p:sp>
      <p:pic>
        <p:nvPicPr>
          <p:cNvPr id="99" name="Google Shape;99;p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811632" y="417393"/>
            <a:ext cx="5606504" cy="65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500"/>
              <a:buFont typeface="Algerian"/>
              <a:buNone/>
            </a:pPr>
            <a:r>
              <a:rPr lang="en-US" sz="250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Presentation overview:</a:t>
            </a:r>
            <a:endParaRPr sz="2500">
              <a:solidFill>
                <a:srgbClr val="00B0F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Course Overview</a:t>
            </a:r>
            <a:endParaRPr sz="2000" dirty="0">
              <a:latin typeface="Algerian"/>
              <a:ea typeface="Algerian"/>
              <a:cs typeface="Algerian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About the Organization</a:t>
            </a:r>
            <a:endParaRPr dirty="0"/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Objective of choosing the specific ngo</a:t>
            </a:r>
            <a:endParaRPr sz="2000" dirty="0">
              <a:latin typeface="Algerian"/>
              <a:ea typeface="Algerian"/>
              <a:cs typeface="Algerian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Nature of Activities of the ngo</a:t>
            </a:r>
            <a:endParaRPr sz="2000" dirty="0">
              <a:latin typeface="Algerian"/>
              <a:ea typeface="Algerian"/>
              <a:cs typeface="Algerian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dirty="0"/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dirty="0"/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Algerian"/>
                <a:ea typeface="Algerian"/>
                <a:cs typeface="Algerian"/>
                <a:sym typeface="Algerian"/>
              </a:rPr>
              <a:t>Student contribution to ngo during the service </a:t>
            </a:r>
            <a:r>
              <a:rPr lang="en-US" sz="2000" dirty="0" err="1">
                <a:latin typeface="Algerian"/>
                <a:ea typeface="Algerian"/>
                <a:cs typeface="Algerian"/>
                <a:sym typeface="Algerian"/>
              </a:rPr>
              <a:t>period:certificate</a:t>
            </a:r>
            <a:endParaRPr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8" name="Google Shape;108;p2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792019" y="236893"/>
            <a:ext cx="3193242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Course overview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the Course: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 Connect is designed to in still social responsibility and civic engagement in engineering students by involving them directly in community/environmental service. It bridges classroom learning with real-world impact.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Details: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Green Voice Global — an environmental NGO focused on afforestation, ecological restoration, and sustainability awareness among youth and local communities.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Course: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weeks (mention your actual start–end dates), conducted as part of the 21GNP301L curriculum.</a:t>
            </a: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7" name="Google Shape;117;p3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E46362CA-8149-55B9-3A41-F1FB13A1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9CC829C3-AA2B-32FC-A34F-C49D1408A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CE212810-6086-D5F1-695C-E0D4044B7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76415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Green Voice Global (NGO) is a registered trust based in Velachery, Chennai, working to raise public awareness about the environment, health, and education since its formation in 2001.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Founded by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C.S. Veerraghavan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its Founder and Chairman.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It has grown from a small local initiative into a multi-vertical organization impacting communities across Chennai and surrounding regions.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The NGO's work spans four verticals: Environment, Education, Sustainable Development, and Health.</a:t>
            </a: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C3841633-606E-97C6-D330-BD54DDD99D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83CCB1E9-090B-A927-69AD-65B637699D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219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1A9C24F9-D4E1-C5EC-4DE8-2EAA5FA0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C5788B2D-7A8F-0A82-B1B4-D534B25B0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8E4F2C40-7459-6852-2D46-AD0D2DE9F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796713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Founder’s Story: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Mr. Veerraghavan built the organization despite living with visual impairment, driven by a personal passion for creating positive social change.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His journey reflects that determination and vision matter more than circumstance — a message he actively carries into the NGO's youth outreach programs.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Under his leadership, Green Voice Global has expanded its reach from single awareness drives to structured, recurring community programs.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He continues to personally engage with volunteers and student groups during major drives.</a:t>
            </a: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9D9AC38D-5284-B9B8-DEEA-78B1D13885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20E6D399-C031-A4A6-EC4D-446310C61B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C55681-F803-207C-3D40-D5B34F84D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553130"/>
            <a:ext cx="3338637" cy="44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8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27EEA3DD-3BAE-AA05-B07F-F8744B06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FA38926C-083E-27F3-20AB-57E6F9F4F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3327B4FA-8F9B-4B0E-56AF-85C21A647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796713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Structure: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The NGO operates through a core team of coordinators supported by a wider volunteer network drawn from colleges, residents' associations, and youth groups.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Field activities (plantation drives, camps, awareness sessions) are organized zone-wise across Chennai.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Partnerships with schools, colleges, and local community groups help the NGO extend its reach for both awareness and hands-on activities.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Volunteers like students on Community Connect are integrated directly into ongoing field operations rather than kept to observer roles.</a:t>
            </a: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33CD1060-24C3-F77C-3B90-5B894E4C1F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0C9C265F-1C70-AC7E-D00B-91A72C9CD3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3B6E81-2902-80F7-BD10-0B192292F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553130"/>
            <a:ext cx="3338637" cy="4419832"/>
          </a:xfrm>
          <a:prstGeom prst="rect">
            <a:avLst/>
          </a:prstGeom>
        </p:spPr>
      </p:pic>
      <p:pic>
        <p:nvPicPr>
          <p:cNvPr id="2" name="Picture 1" descr="IMG-20221127-WA0010">
            <a:extLst>
              <a:ext uri="{FF2B5EF4-FFF2-40B4-BE49-F238E27FC236}">
                <a16:creationId xmlns:a16="http://schemas.microsoft.com/office/drawing/2014/main" id="{1AC1CC2B-B94C-6BA6-1E4C-BB375D264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553129"/>
            <a:ext cx="3357858" cy="441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DEC362C-957C-5CED-D9DD-05F2BA02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A975920B-D83C-5C8F-5F9C-9B57BD6D7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5B21678-DBC9-2418-DE43-7A8DA1615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796713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Focus Areas: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planting, sapling distribution, awareness campaigns, rainwater harvesting rallies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tuition, scholarships, school-supply drives, exam-fear training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youth training, employment fairs, capacity building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camps, child health and hygiene awareness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This project engaged specifically with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vertical.</a:t>
            </a: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D34FDEB7-BD8D-7557-2561-7F0589BEFA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778AEB42-9C80-5010-6E05-0DDD305F2A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3D4115-7B94-0FFF-293B-947AC2DFE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553130"/>
            <a:ext cx="3338637" cy="4419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592698-A5B9-EBF3-75EB-AC9FB9CA5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599" y="1553131"/>
            <a:ext cx="3338638" cy="441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7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EFDF860-08B1-CFAD-2B9D-3AD20A90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B634B1F8-01B3-2FE5-CB73-A1527A62F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Objective of choosing the specific ngo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CD6D0BCB-E460-B509-F416-68558CE05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NGO?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Green Voice Global was chosen because its environment vertical offers direct, hands-on participation in tree plantation and awareness work, rather than purely donation-based involvement.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Its structured, recurring field activities (rather than one-off events) made it possible to track progress and contribution across the full 8-week service period.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The NGO's presence within Chennai made regular, in-person participation logistically practical for a student volunteer.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9108FE8-78FF-C77B-3CF3-8FBE700E8F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D46BDCCC-8DF2-1613-CF78-23435EAA26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C37C9185-6AE5-B263-4D58-929E704951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300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E2E8C07-90A1-F76A-451A-AFB64208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60746BE0-8778-B2BB-309D-45EBAF77B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Objective of choosing the specific ngo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B1CBF9-212D-B584-15C8-BA6ABBA92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and Academic Objectives: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To apply classroom knowledge of sustainability and environmental science to real ground-level action.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To understand how a grassroots NGO plans, organizes, and executes public awareness campaigns.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To develop communication and outreach skills by directly engaging with school students and residents.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To fulfil the Community Connect course's goal of building civic responsibility through real community engagement.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80A52D78-67CA-64DB-7A00-EB45666419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8868AE6-0067-C670-FEFC-9665302CC9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7910454B-59E3-60EA-6D20-7455239D21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464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D4343FB-3182-8277-7E44-C3CDA698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1393A676-3CEB-6746-AA4A-5075BEDF2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Objective of choosing the specific ngo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9C93CA-1B38-5321-2B5C-F9DEA4828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Motivation: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Inspired by founder Mr. C.S. Veerraghavan's story of building an impact-driven organization despite personal challenges.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Wanted to be part of an initiative addressing climate change and deforestation at a local, actionable level rather than only at a policy level.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Aimed to build a long-term habit of environmental responsibility that continues beyond the course requirement.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B096F9D-B047-6885-A388-1496CA4E5D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0B4FB40-CC7E-CCA9-424D-8683181435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DBDDD422-CB76-B5D3-7CB0-A33A37668E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44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Nature of </a:t>
            </a: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ACTIVITies of the ngo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Four Verticals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Green Voice Global runs initiatives across four core verticals: Environment, Education, Sustainable Development, and Health.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Each vertical combines awareness-building with direct, on-ground action rather than fundraising alone.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This structure allows the NGO to address interconnected community needs, not just isolated causes.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/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44" name="Google Shape;144;p6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D086B6B-8414-6A14-617D-CD8B60E3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602E3420-3406-F4AD-EDB9-4F3F520A4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Nature of 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Activities of the ngo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E4D3A007-AE31-48D0-6D3F-AB47BAE7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Vertical (Primary Focus):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Tree planting drives in both rural and urban areas using locally-suited native species.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Sapling distribution to the public, along with aftercare guidance.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Awareness campaigns in schools and colleges on deforestation and climate change.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Public rallies promoting rainwater harvesting and action on global warming.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CEB13473-1E57-D957-C1E7-3AAE6C52DC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31216DC-BA71-A044-ABDF-3633763A61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79B3AEC2-1A88-D906-A9A5-5130D09C4B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74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84F2770-C774-F8E6-A841-BE621442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5AF4B894-EA98-275B-E9D6-AB9DBC26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Nature of 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Activities of the ngo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D5057907-B1DE-4B30-58AC-A1BEC2EE7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Verticals (Education, Sustainable Development, Health):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tuition, scholarships for marginalized students, school-supply distribution drives, exam-fear training programs.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Youth Development Training, capacity-building programs, employment fairs for the unemployed in slum areas.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camps, child health and hygiene awareness, advice sessions for mothers supported by doctors.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While broader in scope, these verticals reflect the NGO's holistic community-development approach.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93D8D89D-8B41-736B-E2F4-0DDC2A51B20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87D65FD-872D-7731-681C-B13CB27CD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F58E5319-67BF-0DA5-BDE5-C4022D4868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511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>
              <a:lnSpc>
                <a:spcPct val="150000"/>
              </a:lnSpc>
              <a:spcBef>
                <a:spcPts val="0"/>
              </a:spcBef>
              <a:buSzPts val="2000"/>
              <a:buFont typeface="Noto Sans Symbols"/>
              <a:buChar char="❖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environmental awareness booklets to local children in Velachery as part of Green Voice Global’s community outreach program, encouraging early awareness of tree conservation.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53" name="Google Shape;153;p7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0B098-7A19-F6EC-E855-FEF9785E0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456" y="1782981"/>
            <a:ext cx="3295487" cy="43939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FDC27C-8AA5-DB0A-2DFD-64B8972A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054C6B8E-EC55-DB5A-545F-CAB02E7C1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6A60D1EE-1FF7-F4B9-B62C-109048E72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>
              <a:lnSpc>
                <a:spcPct val="150000"/>
              </a:lnSpc>
              <a:spcBef>
                <a:spcPts val="0"/>
              </a:spcBef>
              <a:buSzPts val="2000"/>
              <a:buFont typeface="Noto Sans Symbols"/>
              <a:buChar char="❖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Participated in a sapling plantation drive at Children's Park, Velachery — carefully planted and secured a young tree along the park boundary.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8808E2E8-B806-9322-6CAF-D3B5EC1CD3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4E442F90-2740-2D63-77CA-3A1E4724C2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9F36A8B5-D69B-3631-48FA-93C2135458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975D2B-6E4A-940A-9955-93AB02839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456" y="1782981"/>
            <a:ext cx="3295487" cy="43939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1558C6-E1E4-36F2-17B5-548FF92B9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455" y="1782980"/>
            <a:ext cx="3295486" cy="43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25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093D1E-42CB-D95A-7BC6-A51CA917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EB4EACA6-1F7B-065C-5E14-F2ECD6E5D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76A9158A-913C-922D-ED9F-F814F888D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>
              <a:lnSpc>
                <a:spcPct val="150000"/>
              </a:lnSpc>
              <a:spcBef>
                <a:spcPts val="0"/>
              </a:spcBef>
              <a:buSzPts val="2000"/>
              <a:buFont typeface="Noto Sans Symbols"/>
              <a:buChar char="❖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 back a week later to check on the sapling's growth and make sure it was well-nourished.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919CA085-7C54-CA1E-FCAB-8C9B210AB5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0EE95013-778B-6AA4-48F4-E3B2AA7AAE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5EF9EDB6-1E4D-E8B9-B3DF-53EF31A650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CCE7CF-BDAA-9009-0359-FA46AF654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455" y="1782981"/>
            <a:ext cx="2483077" cy="441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75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0D6F2E-430E-DFF6-E8A7-EE3E1673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2E6A1AE5-FAF2-93FE-5913-4323C8171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EBE75DBC-452E-ED38-0098-93D8A2C83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Planted more saplings on a weekly basis</a:t>
            </a:r>
            <a:endParaRPr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E471F33D-9078-302F-DCD2-1121199D23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53512D08-09AB-AA07-814F-560FCEFA3B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FB735E02-C9A4-C925-09B8-04D7D08C83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3B492E-2A61-A7F7-4895-928A7D4C3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455" y="1782981"/>
            <a:ext cx="2483077" cy="44143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8AFDA0-C21E-7D65-BD3B-4D58EB866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917" y="1782980"/>
            <a:ext cx="2471615" cy="43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5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Technical/Practical Learning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Gained practical knowledge of tree plantation techniques — pit preparation, spacing, soil treatment, and species selection suited to local conditions.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Understood real ground-level environmental challenges (poor soil quality, water scarcity, urban heat) not always evident from textbook study.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Learned to assess sapling survival and basic aftercare requirements.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62" name="Google Shape;162;p8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CB04BCA-BEFF-4ADC-484A-DA15F708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DFB31FBB-187A-A306-7EB7-D775156A3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7C9BD866-10D1-889D-735F-76A95F9CD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 &amp; Soft Skills: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Improved public communication skills through direct interaction with school students and residents during awareness sessions.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Developed teamwork and coordination skills working alongside NGO volunteers and community members from diverse backgrounds.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Built confidence in organizing and leading small group activities in the field.</a:t>
            </a: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860BC5CF-2C8A-9E51-7E52-8389C033FF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06EBB7D1-A373-EEDF-A083-184C74113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FF93B852-2B41-FF00-CECE-1F3D2F6005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15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0E51D50-F725-5F30-8D54-08A64272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323C1937-0EB9-8B80-2BE0-F8661010D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A42D20E1-867C-AB2F-E380-713C5A513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&amp; Civic Growth: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Developed a lasting sense of environmental and civic responsibility that extends beyond the course requirement.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Gained perspective on how grassroots-level action complements larger environmental policy efforts.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Inspired to continue independent volunteering with environmental causes going forward.</a:t>
            </a: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B6E5E12A-4DDD-0F17-1214-9CF8297DBC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B9C0FCD7-934F-C594-83A4-603B27A74F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392A5AB7-0ABF-FBB8-FBFC-2F99268244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4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4122306" y="321734"/>
            <a:ext cx="3947387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certificate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78" name="Google Shape;1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80" name="Google Shape;180;p10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855667-494C-EB9E-EB4B-0712A2742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361" y="1457471"/>
            <a:ext cx="6622712" cy="47135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body" idx="1"/>
          </p:nvPr>
        </p:nvSpPr>
        <p:spPr>
          <a:xfrm>
            <a:off x="479981" y="2485501"/>
            <a:ext cx="10515600" cy="105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None/>
            </a:pPr>
            <a:r>
              <a:rPr lang="en-US" sz="6000" dirty="0">
                <a:solidFill>
                  <a:srgbClr val="FF0000"/>
                </a:solidFill>
                <a:latin typeface="Bernard MT Condensed" panose="02050806060905020404" pitchFamily="18" charset="0"/>
              </a:rPr>
              <a:t>THANK YOU</a:t>
            </a:r>
            <a:endParaRPr dirty="0">
              <a:solidFill>
                <a:srgbClr val="FF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86" name="Google Shape;18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87" name="Google Shape;18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88" name="Google Shape;188;p1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1344</Words>
  <Application>Microsoft Office PowerPoint</Application>
  <PresentationFormat>Widescreen</PresentationFormat>
  <Paragraphs>129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Times New Roman</vt:lpstr>
      <vt:lpstr>Arial</vt:lpstr>
      <vt:lpstr>Bernard MT Condensed</vt:lpstr>
      <vt:lpstr>Noto Sans Symbols</vt:lpstr>
      <vt:lpstr>Algerian</vt:lpstr>
      <vt:lpstr>Libre Baskerville</vt:lpstr>
      <vt:lpstr>Calibri</vt:lpstr>
      <vt:lpstr>Office Theme</vt:lpstr>
      <vt:lpstr>PowerPoint Presentation</vt:lpstr>
      <vt:lpstr>Presentation overview:</vt:lpstr>
      <vt:lpstr>Course overview</vt:lpstr>
      <vt:lpstr>ABOUT THE ORGANIZATION:</vt:lpstr>
      <vt:lpstr>ABOUT THE ORGANIZATION:</vt:lpstr>
      <vt:lpstr>ABOUT THE ORGANIZATION:</vt:lpstr>
      <vt:lpstr>ABOUT THE ORGANIZATION:</vt:lpstr>
      <vt:lpstr>Objective of choosing the specific ngo</vt:lpstr>
      <vt:lpstr>Objective of choosing the specific ngo</vt:lpstr>
      <vt:lpstr>Objective of choosing the specific ngo</vt:lpstr>
      <vt:lpstr>Nature of ACTIVITies of the ngo</vt:lpstr>
      <vt:lpstr>Nature of Activities of the ngo</vt:lpstr>
      <vt:lpstr>Nature of Activities of the ngo</vt:lpstr>
      <vt:lpstr>Week-wise activity undertaken</vt:lpstr>
      <vt:lpstr>Week-wise activity undertaken</vt:lpstr>
      <vt:lpstr>Week-wise activity undertaken</vt:lpstr>
      <vt:lpstr>Week-wise activity undertaken</vt:lpstr>
      <vt:lpstr>Tangible learning</vt:lpstr>
      <vt:lpstr>Tangible learning</vt:lpstr>
      <vt:lpstr>Tangible learning</vt:lpstr>
      <vt:lpstr>certificate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 REVATHY S</dc:creator>
  <cp:lastModifiedBy>SREEJITH NAIR</cp:lastModifiedBy>
  <cp:revision>2</cp:revision>
  <dcterms:created xsi:type="dcterms:W3CDTF">2020-06-15T12:13:30Z</dcterms:created>
  <dcterms:modified xsi:type="dcterms:W3CDTF">2026-07-29T19:49:18Z</dcterms:modified>
</cp:coreProperties>
</file>